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Octoparse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Web Scraping Made Easy – No Code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What is </a:t>
            </a:r>
            <a:r>
              <a:rPr sz="4000" dirty="0" err="1"/>
              <a:t>Octoparse</a:t>
            </a:r>
            <a:r>
              <a:rPr sz="4000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691328"/>
          </a:xfrm>
        </p:spPr>
        <p:txBody>
          <a:bodyPr>
            <a:noAutofit/>
          </a:bodyPr>
          <a:lstStyle/>
          <a:p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Octoparse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no-code web scraping tool.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extract data from websites using a point-and-click interface.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marketers, researchers, and analysts needing structured data.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both local and cloud-based extraction.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automation, scheduling, and export options.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What </a:t>
            </a:r>
            <a:r>
              <a:rPr sz="4000" dirty="0" err="1"/>
              <a:t>Octoparse</a:t>
            </a:r>
            <a:r>
              <a:rPr sz="4000" dirty="0"/>
              <a:t>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9867"/>
            <a:ext cx="8229600" cy="2986790"/>
          </a:xfrm>
        </p:spPr>
        <p:txBody>
          <a:bodyPr>
            <a:no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Scrape data from any website without coding.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pagination, infinite scroll, and login-required pages.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extractions and run them in the cloud.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data in formats like Excel, CSV, JSON, XML.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proxies and CAPTCHA solving for anti-blocking.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workflows with task scheduling and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</a:t>
            </a:r>
            <a:r>
              <a:rPr dirty="0" err="1"/>
              <a:t>Octoparse</a:t>
            </a:r>
            <a:r>
              <a:rPr dirty="0"/>
              <a:t> Can't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scrape websites protected by advanced bot protection (e.g., Cloudflare).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Struggles with JavaScript-heavy or dynamic content in some cases.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support for interactive elements like sliders or map pop-ups.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access and advanced automation features are only in paid plans.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plan has strict task and data limits.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Octoparse API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available for Standard plans and above.</a:t>
            </a:r>
          </a:p>
          <a:p>
            <a:pPr algn="just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Export API (Standard), Advanced API (Professional+).</a:t>
            </a:r>
          </a:p>
          <a:p>
            <a:pPr algn="just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programmatic access to tasks, data, and run management.</a:t>
            </a:r>
          </a:p>
          <a:p>
            <a:pPr algn="just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API call frequency depending on plan.</a:t>
            </a:r>
          </a:p>
          <a:p>
            <a:pPr algn="just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authentication and may need technical setup.</a:t>
            </a:r>
          </a:p>
          <a:p>
            <a:pPr algn="just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API in Free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Free Plan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66279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websites with simple and consistent structures.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10 scraping tasks.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access to proxies, CAPTCHA solving, or cloud features.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Struggles with complex or dynamic websites.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ideal for scraping multiple industries or domains.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Using the API for Multi-Industry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allows automation of task execution and data retrieval.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auto-adapt to different website structures.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unique website or layout requires a separate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Octoparse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batch processing tasks after they are manually set up.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is available only in paid plans (Standard and above).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a CSV File with Octoparse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141033"/>
          </a:xfrm>
        </p:spPr>
        <p:txBody>
          <a:bodyPr>
            <a:normAutofit fontScale="92500"/>
          </a:bodyPr>
          <a:lstStyle/>
          <a:p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Octoparse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read input from a CSV file (e.g., URLs or search terms).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best if all entries in the CSV follow the same web structure.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A: Same website – use a loop to scrape each URL.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B: Different websites – requires separate tasks per domain.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auto-adjust to different layouts from CSV entries.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Summary of Capabilities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Plan: Good for basic tasks, same-structure websites only.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Websites: Requires paid plans and manual task setup.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API: Automates task control, but not layout recognition.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Input: Powerful for batch scraping, if structure is consistent.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Features: Available only with Standard, Pro, or Enterprise plans.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Oxylabs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Premium Web Data Extraction Tools and Proxies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</a:t>
            </a:r>
            <a:r>
              <a:rPr dirty="0" err="1"/>
              <a:t>Oxylabs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Oxylabs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proxy and scraping solutions for large-scale data extraction.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residential and datacenter proxies, scraper APIs, and datasets.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businesses extracting public data from complex or protected websites.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e-commerce, SEO, travel, real estate, and more.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24/7 support, compliance, and high success rates.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Tools Offered by Oxylabs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Residential Proxies – Real device IPs for undetectable scraping.</a:t>
            </a:r>
          </a:p>
          <a:p>
            <a:r>
              <a:rPr dirty="0"/>
              <a:t>Datacenter Proxies – High-speed proxies for lower-cost scraping.</a:t>
            </a:r>
          </a:p>
          <a:p>
            <a:r>
              <a:rPr dirty="0"/>
              <a:t>Web Scraper APIs – Ready-to-use APIs for Amazon, Google, etc.</a:t>
            </a:r>
          </a:p>
          <a:p>
            <a:r>
              <a:rPr dirty="0"/>
              <a:t>SERP Scraper API – For Google/Bing search results.</a:t>
            </a:r>
          </a:p>
          <a:p>
            <a:r>
              <a:rPr dirty="0"/>
              <a:t>E-Commerce Scraper API – Optimized for Amazon, Walmart, etc.</a:t>
            </a:r>
          </a:p>
          <a:p>
            <a:r>
              <a:rPr dirty="0"/>
              <a:t>No-code and low-code integrations with Postman, Python, etc.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Oxylabs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Scrape data from websites with heavy bot protection (e.g., Cloudflare).</a:t>
            </a:r>
          </a:p>
          <a:p>
            <a:r>
              <a:rPr dirty="0"/>
              <a:t>Handle CAPTCHAs, IP blocks, geo-restrictions.</a:t>
            </a:r>
          </a:p>
          <a:p>
            <a:r>
              <a:rPr dirty="0"/>
              <a:t>Enable scalable scraping with up to millions of requests daily.</a:t>
            </a:r>
          </a:p>
          <a:p>
            <a:r>
              <a:rPr dirty="0"/>
              <a:t>Provide structured data from scraper APIs (JSON format).</a:t>
            </a:r>
          </a:p>
          <a:p>
            <a:r>
              <a:rPr dirty="0"/>
              <a:t>Integrate into any scraping pipeline (Python, Node.js, etc.).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Oxylabs Can't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Does not build your scrapers (unless using their APIs).</a:t>
            </a:r>
          </a:p>
          <a:p>
            <a:r>
              <a:rPr dirty="0"/>
              <a:t>Not free – requires paid subscription.</a:t>
            </a:r>
          </a:p>
          <a:p>
            <a:r>
              <a:rPr dirty="0"/>
              <a:t>Requires developer knowledge if using proxy-only solutions.</a:t>
            </a:r>
          </a:p>
          <a:p>
            <a:r>
              <a:rPr dirty="0"/>
              <a:t>No visual scraping interface (unlike </a:t>
            </a:r>
            <a:r>
              <a:rPr dirty="0" err="1"/>
              <a:t>Octoparse</a:t>
            </a:r>
            <a:r>
              <a:rPr dirty="0"/>
              <a:t>).</a:t>
            </a:r>
          </a:p>
          <a:p>
            <a:r>
              <a:rPr dirty="0"/>
              <a:t>Not suited for small-scale personal scraping projects.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the E-Commerce Scraper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Endpoint: https://ecommerce.oxylabs.io/v1/queries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 POST with JSON body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Body: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"source": "amazon",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"domain": "in",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"query": "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bhagavad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"parse": true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Response: Parsed JSON data of products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Oxylabs Proxies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requests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proxies = {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'http': 'http://username:password@pr.oxylabs.io:7777',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'https': 'http://username:password@pr.oxylabs.io:7777'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headers = {'User-Agent': 'Mozilla/5.0'}</a:t>
            </a:r>
          </a:p>
          <a:p>
            <a:pPr marL="0" indent="0">
              <a:buNone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'https://www.amazon.in/s?k=bhagavad+gita'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=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requests.get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headers=headers, proxies=proxies)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Oxylabs vs Octoparse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71210"/>
          </a:xfrm>
        </p:spPr>
        <p:txBody>
          <a:bodyPr>
            <a:normAutofit/>
          </a:bodyPr>
          <a:lstStyle/>
          <a:p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Oxylabs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backend scraping infrastructure (APIs &amp; proxies).</a:t>
            </a:r>
          </a:p>
          <a:p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Octoparse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no-code visual scraping tool.</a:t>
            </a:r>
          </a:p>
          <a:p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Oxylabs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blocking better, suited for scale.</a:t>
            </a:r>
          </a:p>
          <a:p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Octoparse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easier for beginners and simple projects.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used together: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Octoparse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Oxylabs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Proxies = Powerful combo.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 of </a:t>
            </a:r>
            <a:r>
              <a:rPr dirty="0" err="1"/>
              <a:t>Oxylabs</a:t>
            </a:r>
            <a:r>
              <a:rPr dirty="0"/>
              <a:t>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526436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scraping infrastructure: APIs, proxies, datasets.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complex, protected websites at scale.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API-first – best for developers and data teams.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Paid service with trial/demo options.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with scraping tools (like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Octoparse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Python).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988</Words>
  <Application>Microsoft Office PowerPoint</Application>
  <PresentationFormat>On-screen Show (4:3)</PresentationFormat>
  <Paragraphs>111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Octoparse Overview</vt:lpstr>
      <vt:lpstr>What is Octoparse?</vt:lpstr>
      <vt:lpstr>What Octoparse Can Do</vt:lpstr>
      <vt:lpstr>What Octoparse Can't Do</vt:lpstr>
      <vt:lpstr>Octoparse API &amp; Limitations</vt:lpstr>
      <vt:lpstr>Free Plan Limitations</vt:lpstr>
      <vt:lpstr>Using the API for Multi-Industry Scraping</vt:lpstr>
      <vt:lpstr>Using a CSV File with Octoparse</vt:lpstr>
      <vt:lpstr>Summary of Capabilities and Limitations</vt:lpstr>
      <vt:lpstr>Oxylabs Overview</vt:lpstr>
      <vt:lpstr>What is Oxylabs?</vt:lpstr>
      <vt:lpstr>Key Tools Offered by Oxylabs</vt:lpstr>
      <vt:lpstr>What Oxylabs Can Do</vt:lpstr>
      <vt:lpstr>What Oxylabs Can't Do</vt:lpstr>
      <vt:lpstr>Using the E-Commerce Scraper API</vt:lpstr>
      <vt:lpstr>Using Oxylabs Proxies in Python</vt:lpstr>
      <vt:lpstr>Oxylabs vs Octoparse</vt:lpstr>
      <vt:lpstr>Summary of Oxylabs Features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Hemanth Sai Talupula</cp:lastModifiedBy>
  <cp:revision>20</cp:revision>
  <dcterms:created xsi:type="dcterms:W3CDTF">2013-01-27T09:14:16Z</dcterms:created>
  <dcterms:modified xsi:type="dcterms:W3CDTF">2025-07-14T16:35:49Z</dcterms:modified>
  <cp:category/>
</cp:coreProperties>
</file>